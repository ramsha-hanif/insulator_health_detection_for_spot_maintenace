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03988-100F-424C-8C17-1DFE99096EB8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5FE9B-F965-4A80-ACF2-9EDD89A4FA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000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5FE9B-F965-4A80-ACF2-9EDD89A4FA5F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42786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067A-B0C4-F314-44D9-CD96242D3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0CB75-8784-FA90-947C-9EC6A1444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64B89-B9F4-4E0B-11F8-587811909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0333B-2161-69FB-41C2-A100C4CC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8111D-3B7C-9041-2599-EBF94802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001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B8D9-5016-AA1D-0D1B-1FF43603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FC36-D7A0-4805-87EA-9DED52F5C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7E89E-396E-2111-828C-33102E5F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C5DC-5210-DF0C-F33D-77FB05E7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F589F-6761-33DC-B13B-1FDA729A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3973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C94C-583A-0D4B-AAD7-1BD269DD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9B14A-2427-D2CC-0BE8-25C066F52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4A2D-C3A9-29C0-0839-9AB8D9A7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7454A-4E59-4C61-E1BC-9654C5E6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0F5F1-55ED-6EA3-ABFA-8E810AD0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085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D4A5-FA26-5609-DA15-3ABA4692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19621-C372-D261-8A12-7776139EE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AC395-093F-56D3-15A3-F71CE0010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181F6-0DE2-EF2B-52CD-F75C6376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74616-6D9F-85F3-921C-D38A75CB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79A3D-08ED-723C-84BF-891A0995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682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8AA8-88C1-C429-ACB4-785D67F5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612CA-7335-AD98-EF71-52AA10842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F53E6-E994-1E65-FCC1-F2B41AC8A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0045A-99B5-CF81-A153-AB9EC6127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29BC8-C245-1E56-9916-8BDDC56D9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EC0D7-8B8B-4140-E544-056AC911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7BDC0-DDF8-5B83-46C8-C47F9AD8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BBE68-40BE-2DFB-3B67-B391901F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197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5818-754B-8E45-9AF9-3481BAB0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226B0-FB3A-AB76-5270-D8E86E716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CAEAC-243E-15D9-C9A8-70124D2C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FB0BD-F0B7-8B6B-FA28-88849C65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163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EA3C8-98CB-7870-E685-1D75DADF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E741C-5A10-3A0D-3D69-21A6AF1F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DDA3D-519C-45BF-0B28-B3AB7BE1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536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7E34-B65A-B4A6-2F8B-5F127409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AFCE-DF1E-CBEC-DDEE-99E18819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EAC15-6D62-A3AF-F592-F633D6254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23D35-7653-6761-D004-9654D576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5DBF2-B2D2-7E2D-831D-6D6CD6C0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3B11D-4A33-30BC-A869-2F6C35FB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01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116C-8522-FFD7-382F-78B90CE0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CF986F-E277-BE71-0FC5-C4D17F36E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A2D6A-9C4C-EE9D-72E6-7976A6E6A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BE8AA-53EE-A94B-E803-A1277F7D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92D45-5902-FF49-A834-5C2405CE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8FC6D-6357-92F3-C2D0-12DF23D3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029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912F-B723-FB87-82AD-0990A2B7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981ED-48B6-E6EF-F878-604D709C1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BE24-699C-D149-D95C-009F900F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6120-C6B5-6739-ECF9-590FE250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76D2F-C9DD-E65B-BA7A-7A8E91E8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2379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D22D3-BEAF-6A0A-F6BD-C86B1A3E0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5A810-24B3-10AC-4E64-6FFA77E39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8A3C4-43F6-4BF6-C273-5CF1149F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2E2DC-F9FE-03EB-79D7-D3B82BD8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129BA-46AD-792D-8B3A-80E8CEC5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325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D6B0E-85E9-EF39-86EC-56CF7B3C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4659-5571-7E44-AAF9-0BA5DC3A5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D3EF0-39DE-09D2-5A05-835C0E9A2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54CD8-B817-4552-93E1-8B08037D6FCD}" type="datetimeFigureOut">
              <a:rPr lang="en-PK" smtClean="0"/>
              <a:t>13/09/2026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72121-D4FB-F35B-1995-75DAC078C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63358-72EF-B940-05C3-13E78A5CD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175D8-D3F6-4AED-B219-9E61453CFC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197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1ED15-A1D4-A6CC-FCD4-BCC38536E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65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73D4DA-0A74-CFE0-69EF-CEFD31856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223AE4-6663-5518-B69B-CBE889FF5F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6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BBB55-58B1-4020-28D9-42E863E7CB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5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E83B1-946B-D038-C263-0CAF5058BC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48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76AA5-DDDC-E70F-2BC9-0ACB43361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4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03D05-7A4A-31C1-801C-94386CB1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8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56CAE-15C7-EC05-D8F1-F984B0BD6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87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CBE482-0CAE-28D8-4D63-EBB1581C4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8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B61387-7B18-61FC-0DEC-FB47C3031E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03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2B99C-CB66-F651-ECB0-FEB0D837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2" b="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94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0E0DCE-9C2D-95FE-3A4D-8F9AA4FC6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7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5C7889-208C-0B57-74F0-D7A8F0515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51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</Words>
  <Application>Microsoft Office PowerPoint</Application>
  <PresentationFormat>Widescreen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RAMSHA HANIF - 25401</dc:creator>
  <cp:lastModifiedBy>RAMSHA HANIF - 25401</cp:lastModifiedBy>
  <cp:revision>1</cp:revision>
  <dcterms:created xsi:type="dcterms:W3CDTF">2026-09-13T14:13:16Z</dcterms:created>
  <dcterms:modified xsi:type="dcterms:W3CDTF">2026-09-13T14:45:57Z</dcterms:modified>
</cp:coreProperties>
</file>